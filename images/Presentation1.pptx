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53"/>
    <p:restoredTop sz="95775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0BAB-805B-5349-B0A1-15AC6F250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639EB-6F3B-0F42-B837-E67170BDF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39B9E-8E88-154E-B320-2721203E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347E-6778-7D46-AF06-C7B94191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12EE-75DF-004C-9A3B-3C9081C1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5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F252-3B84-1E4A-B177-B745AD95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B96D-2F95-A947-B619-A3DEAA2A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7661-D1E1-1145-A4C4-ADCC36D7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956AA-34B0-3342-BEFB-68F95A60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6CB2B-5925-DC4E-B083-4C83841B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1B76-CA84-D649-A451-7E7BAB1D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98BA2-2598-954B-B703-D51CDEBF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A7223-DD83-F646-B444-9513EC36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31538-CF91-D244-9E9A-A739669E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9B5FB-1438-A24D-AE8E-DC235426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4682-7B83-7244-A50E-A3664AB8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19427-FD32-8C40-975A-F00159FA0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2B62C-75D1-F142-9869-08CF72E9E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7E652-FD6E-194B-8DBC-5B8B7060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F030A-63A3-6842-BF36-439BC37C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9E3B3-AE9D-9349-9CB7-74338D85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7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66B6-72A5-DF4F-8349-2B606588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C2070-755B-CA41-9CAB-A521A03E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AD07-81AB-FE42-8A35-DA047775F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83CA1-73DE-5C46-84CD-D621E1361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3988A-DFB5-C744-B56A-10037E842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5D1B5-9A9D-2C41-B041-4FC133E0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EC957-4E8C-704E-9879-6FC727A5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24139-F1AA-FB42-8557-56EEC7F3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8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AA3F-1E19-7E47-AA49-41B6CFDD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1554D0-8D30-8E41-9E82-079F1E05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665C6-72E9-BD46-B2CB-252D58F3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454DE-16D2-0841-961C-337071FA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6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656CA-2004-654E-BF6F-B46ED988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3031D-6880-8D47-9812-589D2ED2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5364F-9780-5943-86A7-BE1B0189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1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F261-DC19-AD4F-9AA5-9A573ABE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EEEE-E0FA-4D47-9C1A-29CF6D266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DF34C-16FC-8C4F-A127-4A2EB826F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1CE9A-524A-F342-B8DA-56D81C3B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AE8F3-7DE7-2B46-B31D-E589BBE7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56FC0-DE43-A541-9455-CC872CBF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1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098E-D077-DD46-8DDB-257A508A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7F7E9-AC53-3E4E-A703-CF131DEBB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60F80-AFCA-0049-BDAF-F73ED7E3D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629C7-730B-0146-B4D7-052C78A0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66598-8AE3-554A-80B2-77A30631C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59052-0F5F-5D42-99C4-EA2A4281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3FD7-B699-E74D-8C4F-DE671632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56094-2F86-0D48-9F95-39EB6FEBB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34798-F9F6-1D47-8903-66C148CF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1A8C-58AE-9745-AC02-F27EF988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524C-ED59-A147-9D04-526FAF4D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4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E6995-529F-E548-A905-FE620D81F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87969-27FA-794A-BF8A-F63BD8E71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96225-C61C-F24A-885B-91AF706F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FC750-4D9D-6D4C-AB5C-94F9A602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2932-C9FA-F44D-B8B6-AB135266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5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19B47-011E-8B40-9189-1452E94B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318E8-D715-CD46-B806-979BA85DA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855BF-C574-474E-AFB8-28517DB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EBE2D-4DDC-D349-8195-362C6B01A96D}" type="datetimeFigureOut">
              <a:rPr lang="en-US" smtClean="0"/>
              <a:t>11/27/21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B138-1048-EF4E-A882-E702B125A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CA55E-C8DC-314C-B65C-81AAEBCED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CA079-F19F-304C-B4EB-4A41EA89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8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4E27E40-E8DF-C54E-BD0E-A291A4D3FD06}"/>
              </a:ext>
            </a:extLst>
          </p:cNvPr>
          <p:cNvSpPr/>
          <p:nvPr/>
        </p:nvSpPr>
        <p:spPr>
          <a:xfrm>
            <a:off x="5212466" y="1108948"/>
            <a:ext cx="2019015" cy="24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AAEEFF-7E2B-1444-ADB8-B0F51F94B365}"/>
              </a:ext>
            </a:extLst>
          </p:cNvPr>
          <p:cNvSpPr/>
          <p:nvPr/>
        </p:nvSpPr>
        <p:spPr>
          <a:xfrm>
            <a:off x="1380010" y="1409496"/>
            <a:ext cx="1823555" cy="50657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UDFDemoSetup</a:t>
            </a:r>
            <a:endParaRPr lang="en-SG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CCD0F3-2FFF-1544-B882-C39C43FFBA3E}"/>
              </a:ext>
            </a:extLst>
          </p:cNvPr>
          <p:cNvSpPr/>
          <p:nvPr/>
        </p:nvSpPr>
        <p:spPr>
          <a:xfrm>
            <a:off x="1380010" y="3772876"/>
            <a:ext cx="1823555" cy="50657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UDFDemo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287661-ACD1-F34E-AAD2-030C714FA314}"/>
              </a:ext>
            </a:extLst>
          </p:cNvPr>
          <p:cNvSpPr/>
          <p:nvPr/>
        </p:nvSpPr>
        <p:spPr>
          <a:xfrm>
            <a:off x="203623" y="619639"/>
            <a:ext cx="3245634" cy="4452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A065A-E2DB-B74D-A7C8-BC7237205697}"/>
              </a:ext>
            </a:extLst>
          </p:cNvPr>
          <p:cNvSpPr txBox="1"/>
          <p:nvPr/>
        </p:nvSpPr>
        <p:spPr>
          <a:xfrm>
            <a:off x="1432774" y="67592"/>
            <a:ext cx="78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laptop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87FA1D-6A01-BD48-B370-774395F57D75}"/>
              </a:ext>
            </a:extLst>
          </p:cNvPr>
          <p:cNvSpPr/>
          <p:nvPr/>
        </p:nvSpPr>
        <p:spPr>
          <a:xfrm>
            <a:off x="436132" y="2889059"/>
            <a:ext cx="925975" cy="39353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sbt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6FC290-C2CD-7940-84B6-96531A1AF582}"/>
              </a:ext>
            </a:extLst>
          </p:cNvPr>
          <p:cNvSpPr/>
          <p:nvPr/>
        </p:nvSpPr>
        <p:spPr>
          <a:xfrm>
            <a:off x="5060066" y="619639"/>
            <a:ext cx="6841422" cy="4452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391A6-7C68-9B4E-BB74-821AB036FBAC}"/>
              </a:ext>
            </a:extLst>
          </p:cNvPr>
          <p:cNvSpPr txBox="1"/>
          <p:nvPr/>
        </p:nvSpPr>
        <p:spPr>
          <a:xfrm>
            <a:off x="5659196" y="187569"/>
            <a:ext cx="114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Snowflake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C1DA486-37EF-8B49-B71B-D2FBEB4EE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352" y="67592"/>
            <a:ext cx="552047" cy="552047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821FC6-80E3-5142-97E9-C4B7A36D22F4}"/>
              </a:ext>
            </a:extLst>
          </p:cNvPr>
          <p:cNvSpPr/>
          <p:nvPr/>
        </p:nvSpPr>
        <p:spPr>
          <a:xfrm>
            <a:off x="5390023" y="1338242"/>
            <a:ext cx="1655021" cy="6490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データ</a:t>
            </a:r>
            <a:r>
              <a:rPr lang="en-SG" dirty="0"/>
              <a:t> (CSV)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41F00B-8C45-DC4A-96A1-E5FF505DB8E8}"/>
              </a:ext>
            </a:extLst>
          </p:cNvPr>
          <p:cNvSpPr/>
          <p:nvPr/>
        </p:nvSpPr>
        <p:spPr>
          <a:xfrm>
            <a:off x="5390023" y="2761289"/>
            <a:ext cx="1655021" cy="6490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Jar </a:t>
            </a:r>
            <a:r>
              <a:rPr lang="en-SG" dirty="0" err="1"/>
              <a:t>ファイル</a:t>
            </a:r>
            <a:r>
              <a:rPr lang="en-SG" dirty="0"/>
              <a:t> (NLP)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D42C91-1C06-8A47-B394-F4590E9E2B55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3203565" y="1662783"/>
            <a:ext cx="218645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42CC9B-1D60-6745-8F94-529DE7EA4304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3203565" y="1662783"/>
            <a:ext cx="2186458" cy="142304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193AD84-E321-8F48-BCB8-738C21B39773}"/>
              </a:ext>
            </a:extLst>
          </p:cNvPr>
          <p:cNvSpPr/>
          <p:nvPr/>
        </p:nvSpPr>
        <p:spPr>
          <a:xfrm>
            <a:off x="7672636" y="2588391"/>
            <a:ext cx="1823555" cy="9948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Snowpark</a:t>
            </a:r>
            <a:endParaRPr lang="en-SG" dirty="0"/>
          </a:p>
          <a:p>
            <a:pPr algn="ctr"/>
            <a:r>
              <a:rPr lang="en-SG" dirty="0" err="1"/>
              <a:t>アプリ</a:t>
            </a:r>
            <a:r>
              <a:rPr lang="en-SG" dirty="0"/>
              <a:t> </a:t>
            </a:r>
          </a:p>
          <a:p>
            <a:pPr algn="ctr"/>
            <a:r>
              <a:rPr lang="en-SG" dirty="0"/>
              <a:t>(UDF </a:t>
            </a:r>
            <a:r>
              <a:rPr lang="en-SG" dirty="0" err="1"/>
              <a:t>含む</a:t>
            </a:r>
            <a:r>
              <a:rPr lang="en-SG" dirty="0"/>
              <a:t>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F577B0-0C22-5C43-A43D-1BB2B423AC79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7045044" y="3085830"/>
            <a:ext cx="62759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23673DDE-915F-3E46-84DF-2F24DDA1AFF2}"/>
              </a:ext>
            </a:extLst>
          </p:cNvPr>
          <p:cNvCxnSpPr>
            <a:stCxn id="5" idx="3"/>
            <a:endCxn id="21" idx="2"/>
          </p:cNvCxnSpPr>
          <p:nvPr/>
        </p:nvCxnSpPr>
        <p:spPr>
          <a:xfrm flipV="1">
            <a:off x="3203565" y="3583268"/>
            <a:ext cx="5380849" cy="44289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B0EC753-0C13-3A4D-A1FC-7414804EADB7}"/>
              </a:ext>
            </a:extLst>
          </p:cNvPr>
          <p:cNvSpPr/>
          <p:nvPr/>
        </p:nvSpPr>
        <p:spPr>
          <a:xfrm>
            <a:off x="9932313" y="2588391"/>
            <a:ext cx="1823555" cy="9948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demo_happy</a:t>
            </a:r>
            <a:r>
              <a:rPr lang="en-SG" dirty="0"/>
              <a:t>_ tweets</a:t>
            </a:r>
          </a:p>
          <a:p>
            <a:pPr algn="ctr"/>
            <a:r>
              <a:rPr lang="en-SG" dirty="0" err="1"/>
              <a:t>テーブル</a:t>
            </a:r>
            <a:endParaRPr lang="en-SG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37E799-63B1-EE44-A1EE-ECCC47B8A5A6}"/>
              </a:ext>
            </a:extLst>
          </p:cNvPr>
          <p:cNvCxnSpPr>
            <a:stCxn id="21" idx="3"/>
            <a:endCxn id="34" idx="1"/>
          </p:cNvCxnSpPr>
          <p:nvPr/>
        </p:nvCxnSpPr>
        <p:spPr>
          <a:xfrm>
            <a:off x="9496191" y="3085830"/>
            <a:ext cx="43612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0B4B3EE-0D6F-0F48-99F3-317F259C4D96}"/>
              </a:ext>
            </a:extLst>
          </p:cNvPr>
          <p:cNvCxnSpPr>
            <a:stCxn id="13" idx="3"/>
            <a:endCxn id="21" idx="0"/>
          </p:cNvCxnSpPr>
          <p:nvPr/>
        </p:nvCxnSpPr>
        <p:spPr>
          <a:xfrm>
            <a:off x="7045044" y="1662783"/>
            <a:ext cx="1539370" cy="92560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470CBC9-4B3B-3F43-9B76-2017D2825118}"/>
              </a:ext>
            </a:extLst>
          </p:cNvPr>
          <p:cNvSpPr txBox="1"/>
          <p:nvPr/>
        </p:nvSpPr>
        <p:spPr>
          <a:xfrm>
            <a:off x="3924892" y="1691470"/>
            <a:ext cx="114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アップロード</a:t>
            </a:r>
            <a:r>
              <a:rPr lang="en-US" dirty="0"/>
              <a:t> 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AABA9BE-FBB9-9F43-A588-F09C595E4B30}"/>
              </a:ext>
            </a:extLst>
          </p:cNvPr>
          <p:cNvCxnSpPr>
            <a:stCxn id="8" idx="0"/>
            <a:endCxn id="4" idx="1"/>
          </p:cNvCxnSpPr>
          <p:nvPr/>
        </p:nvCxnSpPr>
        <p:spPr>
          <a:xfrm rot="5400000" flipH="1" flipV="1">
            <a:off x="526427" y="2035476"/>
            <a:ext cx="1226276" cy="48089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19891774-2628-DB41-9F96-3CD20785856C}"/>
              </a:ext>
            </a:extLst>
          </p:cNvPr>
          <p:cNvCxnSpPr>
            <a:cxnSpLocks/>
            <a:stCxn id="8" idx="2"/>
            <a:endCxn id="5" idx="1"/>
          </p:cNvCxnSpPr>
          <p:nvPr/>
        </p:nvCxnSpPr>
        <p:spPr>
          <a:xfrm rot="16200000" flipH="1">
            <a:off x="767783" y="3413935"/>
            <a:ext cx="743565" cy="48089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F9DE022-2983-324E-AE5A-4368EB88E98C}"/>
              </a:ext>
            </a:extLst>
          </p:cNvPr>
          <p:cNvSpPr txBox="1"/>
          <p:nvPr/>
        </p:nvSpPr>
        <p:spPr>
          <a:xfrm>
            <a:off x="912055" y="2008533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dirty="0" err="1"/>
              <a:t>ライブラリ</a:t>
            </a:r>
            <a:endParaRPr lang="en-US" dirty="0"/>
          </a:p>
          <a:p>
            <a:r>
              <a:rPr lang="en-US" dirty="0" err="1"/>
              <a:t>ダウンロード後に実行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523792-6EFD-3647-AC59-DE7ACED4F3C4}"/>
              </a:ext>
            </a:extLst>
          </p:cNvPr>
          <p:cNvSpPr txBox="1"/>
          <p:nvPr/>
        </p:nvSpPr>
        <p:spPr>
          <a:xfrm>
            <a:off x="5311170" y="67099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内部ステージ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7E0E4A-F72F-474E-A3A7-E5AF5C0759A1}"/>
              </a:ext>
            </a:extLst>
          </p:cNvPr>
          <p:cNvSpPr txBox="1"/>
          <p:nvPr/>
        </p:nvSpPr>
        <p:spPr>
          <a:xfrm>
            <a:off x="1009090" y="4318050"/>
            <a:ext cx="114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実行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A65A5A-50CE-6E48-840B-DC1A342EF21C}"/>
              </a:ext>
            </a:extLst>
          </p:cNvPr>
          <p:cNvSpPr txBox="1"/>
          <p:nvPr/>
        </p:nvSpPr>
        <p:spPr>
          <a:xfrm>
            <a:off x="5521270" y="4130453"/>
            <a:ext cx="152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デプロイ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06879F-B3FE-B643-837E-5BFC7B5C57DC}"/>
              </a:ext>
            </a:extLst>
          </p:cNvPr>
          <p:cNvSpPr txBox="1"/>
          <p:nvPr/>
        </p:nvSpPr>
        <p:spPr>
          <a:xfrm>
            <a:off x="7280823" y="1947944"/>
            <a:ext cx="130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ロード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EA91A5-C2C8-CA44-8BEB-0FB87287220B}"/>
              </a:ext>
            </a:extLst>
          </p:cNvPr>
          <p:cNvSpPr txBox="1"/>
          <p:nvPr/>
        </p:nvSpPr>
        <p:spPr>
          <a:xfrm>
            <a:off x="9062456" y="2083502"/>
            <a:ext cx="221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結果を書き込み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7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C6152B59-EB35-0348-AD98-A2D5A1A14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42" y="961429"/>
            <a:ext cx="704358" cy="654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4E6610-4521-9A4D-970E-D39AA6368853}"/>
              </a:ext>
            </a:extLst>
          </p:cNvPr>
          <p:cNvSpPr txBox="1"/>
          <p:nvPr/>
        </p:nvSpPr>
        <p:spPr>
          <a:xfrm>
            <a:off x="1431376" y="1691261"/>
            <a:ext cx="94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repo</a:t>
            </a:r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D7732BC2-6A96-2346-80CE-916C0441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557" y="961429"/>
            <a:ext cx="704358" cy="6540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425C4-69CC-7644-B9F3-AE8FB410F5AC}"/>
              </a:ext>
            </a:extLst>
          </p:cNvPr>
          <p:cNvSpPr txBox="1"/>
          <p:nvPr/>
        </p:nvSpPr>
        <p:spPr>
          <a:xfrm>
            <a:off x="2916895" y="1659859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CI/CD</a:t>
            </a:r>
          </a:p>
          <a:p>
            <a:r>
              <a:rPr lang="en-US" dirty="0"/>
              <a:t>pipeline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F463C9A-130C-6040-9BAC-30719586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78" y="4238006"/>
            <a:ext cx="1270000" cy="11747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76F5D8-6FF2-EF4C-B9B8-935D49E7CEAE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258300" y="1288452"/>
            <a:ext cx="77625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20">
            <a:extLst>
              <a:ext uri="{FF2B5EF4-FFF2-40B4-BE49-F238E27FC236}">
                <a16:creationId xmlns:a16="http://schemas.microsoft.com/office/drawing/2014/main" id="{13C3FF79-280E-EF4A-B999-452FEEAD9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677" y="90745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FC0583-D96D-6741-B575-437101693038}"/>
              </a:ext>
            </a:extLst>
          </p:cNvPr>
          <p:cNvSpPr txBox="1"/>
          <p:nvPr/>
        </p:nvSpPr>
        <p:spPr>
          <a:xfrm>
            <a:off x="5220120" y="241104"/>
            <a:ext cx="1578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ECR (Container</a:t>
            </a:r>
          </a:p>
          <a:p>
            <a:r>
              <a:rPr lang="en-US" dirty="0"/>
              <a:t>Repository)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73F15F-341F-1C4D-AB39-FEB1BCC1D0C9}"/>
              </a:ext>
            </a:extLst>
          </p:cNvPr>
          <p:cNvSpPr txBox="1"/>
          <p:nvPr/>
        </p:nvSpPr>
        <p:spPr>
          <a:xfrm>
            <a:off x="4778430" y="5645668"/>
            <a:ext cx="1578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ECS (Container</a:t>
            </a:r>
          </a:p>
          <a:p>
            <a:r>
              <a:rPr lang="en-US" dirty="0"/>
              <a:t>Orchestration)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B27D54-22BE-7F4E-8789-CE3FB63F74E0}"/>
              </a:ext>
            </a:extLst>
          </p:cNvPr>
          <p:cNvSpPr/>
          <p:nvPr/>
        </p:nvSpPr>
        <p:spPr>
          <a:xfrm>
            <a:off x="4656135" y="4383556"/>
            <a:ext cx="1823555" cy="9948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UDFDemo</a:t>
            </a:r>
            <a:endParaRPr lang="en-SG" dirty="0"/>
          </a:p>
          <a:p>
            <a:pPr algn="ctr"/>
            <a:r>
              <a:rPr lang="en-SG" dirty="0"/>
              <a:t>(</a:t>
            </a:r>
            <a:r>
              <a:rPr lang="en-SG" dirty="0" err="1"/>
              <a:t>ビルド済み</a:t>
            </a:r>
            <a:r>
              <a:rPr lang="en-SG" dirty="0"/>
              <a:t>）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99472F-3DED-D941-9EBC-7B8B3FBFF6D8}"/>
              </a:ext>
            </a:extLst>
          </p:cNvPr>
          <p:cNvSpPr/>
          <p:nvPr/>
        </p:nvSpPr>
        <p:spPr>
          <a:xfrm>
            <a:off x="4425950" y="4091053"/>
            <a:ext cx="2303455" cy="1579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4">
            <a:extLst>
              <a:ext uri="{FF2B5EF4-FFF2-40B4-BE49-F238E27FC236}">
                <a16:creationId xmlns:a16="http://schemas.microsoft.com/office/drawing/2014/main" id="{359C524C-1B54-3949-A8C4-F7D6F025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0" y="3985058"/>
            <a:ext cx="460370" cy="46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E9572E-F9B2-2940-8B1B-A85A5CEF38EA}"/>
              </a:ext>
            </a:extLst>
          </p:cNvPr>
          <p:cNvCxnSpPr>
            <a:stCxn id="14" idx="2"/>
            <a:endCxn id="34" idx="0"/>
          </p:cNvCxnSpPr>
          <p:nvPr/>
        </p:nvCxnSpPr>
        <p:spPr>
          <a:xfrm flipH="1">
            <a:off x="5567913" y="1669452"/>
            <a:ext cx="9764" cy="271410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2B2ED8C-8914-D642-9D32-EB24DB43A8E6}"/>
              </a:ext>
            </a:extLst>
          </p:cNvPr>
          <p:cNvSpPr/>
          <p:nvPr/>
        </p:nvSpPr>
        <p:spPr>
          <a:xfrm>
            <a:off x="7190880" y="202723"/>
            <a:ext cx="4564988" cy="60597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4D3545-F80A-A047-A247-5F6B6E0A7F7F}"/>
              </a:ext>
            </a:extLst>
          </p:cNvPr>
          <p:cNvSpPr txBox="1"/>
          <p:nvPr/>
        </p:nvSpPr>
        <p:spPr>
          <a:xfrm>
            <a:off x="7915373" y="311769"/>
            <a:ext cx="114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Snowflake</a:t>
            </a:r>
          </a:p>
        </p:txBody>
      </p:sp>
      <p:pic>
        <p:nvPicPr>
          <p:cNvPr id="48" name="Picture 47" descr="Icon&#10;&#10;Description automatically generated">
            <a:extLst>
              <a:ext uri="{FF2B5EF4-FFF2-40B4-BE49-F238E27FC236}">
                <a16:creationId xmlns:a16="http://schemas.microsoft.com/office/drawing/2014/main" id="{41B71400-412C-014F-A682-E27BB3D0D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103" y="301064"/>
            <a:ext cx="552047" cy="552047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6BC58BF-AECD-5346-BE01-0049FC97095E}"/>
              </a:ext>
            </a:extLst>
          </p:cNvPr>
          <p:cNvSpPr/>
          <p:nvPr/>
        </p:nvSpPr>
        <p:spPr>
          <a:xfrm>
            <a:off x="7553127" y="4383556"/>
            <a:ext cx="1432790" cy="9948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Snowpark</a:t>
            </a:r>
            <a:endParaRPr lang="en-SG" dirty="0"/>
          </a:p>
          <a:p>
            <a:pPr algn="ctr"/>
            <a:r>
              <a:rPr lang="en-SG" dirty="0" err="1"/>
              <a:t>アプリ</a:t>
            </a:r>
            <a:r>
              <a:rPr lang="en-SG" dirty="0"/>
              <a:t> </a:t>
            </a:r>
          </a:p>
          <a:p>
            <a:pPr algn="ctr"/>
            <a:r>
              <a:rPr lang="en-SG" dirty="0"/>
              <a:t>(UDF </a:t>
            </a:r>
            <a:r>
              <a:rPr lang="en-SG" dirty="0" err="1"/>
              <a:t>含む</a:t>
            </a:r>
            <a:r>
              <a:rPr lang="en-SG" dirty="0"/>
              <a:t>)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1C96407-C708-D64C-8F89-B3FCBE90D1A5}"/>
              </a:ext>
            </a:extLst>
          </p:cNvPr>
          <p:cNvSpPr/>
          <p:nvPr/>
        </p:nvSpPr>
        <p:spPr>
          <a:xfrm>
            <a:off x="9697106" y="4383556"/>
            <a:ext cx="1823555" cy="9948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 err="1"/>
              <a:t>demo_happy</a:t>
            </a:r>
            <a:r>
              <a:rPr lang="en-SG" dirty="0"/>
              <a:t>_ tweets</a:t>
            </a:r>
          </a:p>
          <a:p>
            <a:pPr algn="ctr"/>
            <a:r>
              <a:rPr lang="en-SG" dirty="0" err="1"/>
              <a:t>テーブル</a:t>
            </a:r>
            <a:endParaRPr lang="en-SG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9B13766-CA88-D84E-A27E-BE2371F25741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8985917" y="4880995"/>
            <a:ext cx="71118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A50B61-D13E-AE4C-8F14-3119F47C6E00}"/>
              </a:ext>
            </a:extLst>
          </p:cNvPr>
          <p:cNvCxnSpPr>
            <a:stCxn id="34" idx="3"/>
            <a:endCxn id="49" idx="1"/>
          </p:cNvCxnSpPr>
          <p:nvPr/>
        </p:nvCxnSpPr>
        <p:spPr>
          <a:xfrm>
            <a:off x="6479690" y="4880995"/>
            <a:ext cx="107343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 descr="A picture containing icon&#10;&#10;Description automatically generated">
            <a:extLst>
              <a:ext uri="{FF2B5EF4-FFF2-40B4-BE49-F238E27FC236}">
                <a16:creationId xmlns:a16="http://schemas.microsoft.com/office/drawing/2014/main" id="{28A178F5-20F1-C04A-97FA-1390EF75B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3399" y="2590584"/>
            <a:ext cx="855516" cy="731199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B1A0F7-5BF8-964A-B2A4-AB781E624347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3738915" y="1288452"/>
            <a:ext cx="145776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A81750C-A3DF-AD4C-BFBD-07A202A56B37}"/>
              </a:ext>
            </a:extLst>
          </p:cNvPr>
          <p:cNvSpPr txBox="1"/>
          <p:nvPr/>
        </p:nvSpPr>
        <p:spPr>
          <a:xfrm>
            <a:off x="2797336" y="3321783"/>
            <a:ext cx="1204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Airflow</a:t>
            </a:r>
          </a:p>
          <a:p>
            <a:r>
              <a:rPr lang="en-US" dirty="0"/>
              <a:t>(workflow)</a:t>
            </a:r>
          </a:p>
        </p:txBody>
      </p:sp>
      <p:pic>
        <p:nvPicPr>
          <p:cNvPr id="74" name="Graphic 8">
            <a:extLst>
              <a:ext uri="{FF2B5EF4-FFF2-40B4-BE49-F238E27FC236}">
                <a16:creationId xmlns:a16="http://schemas.microsoft.com/office/drawing/2014/main" id="{6CC082AD-B4C0-9149-B1DC-753BB61B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880" y="257518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D8FD94-FB70-1B4C-81D8-3644FFA637BE}"/>
              </a:ext>
            </a:extLst>
          </p:cNvPr>
          <p:cNvCxnSpPr>
            <a:cxnSpLocks/>
            <a:stCxn id="70" idx="3"/>
            <a:endCxn id="74" idx="1"/>
          </p:cNvCxnSpPr>
          <p:nvPr/>
        </p:nvCxnSpPr>
        <p:spPr>
          <a:xfrm flipV="1">
            <a:off x="3738915" y="2956183"/>
            <a:ext cx="2308965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1471483-90D2-DC40-9BE6-25C8CD856410}"/>
              </a:ext>
            </a:extLst>
          </p:cNvPr>
          <p:cNvSpPr txBox="1"/>
          <p:nvPr/>
        </p:nvSpPr>
        <p:spPr>
          <a:xfrm>
            <a:off x="6012140" y="3328018"/>
            <a:ext cx="1236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CSVデータ</a:t>
            </a:r>
            <a:endParaRPr lang="en-US" dirty="0"/>
          </a:p>
          <a:p>
            <a:r>
              <a:rPr lang="en-US" dirty="0"/>
              <a:t>(S3)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E2D6F6C3-7769-0042-98DD-33C6A37C61B3}"/>
              </a:ext>
            </a:extLst>
          </p:cNvPr>
          <p:cNvCxnSpPr>
            <a:stCxn id="73" idx="2"/>
            <a:endCxn id="34" idx="1"/>
          </p:cNvCxnSpPr>
          <p:nvPr/>
        </p:nvCxnSpPr>
        <p:spPr>
          <a:xfrm rot="16200000" flipH="1">
            <a:off x="3571388" y="3796247"/>
            <a:ext cx="912881" cy="125661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AFD40989-0138-D64B-8CBD-218E724FA7C5}"/>
              </a:ext>
            </a:extLst>
          </p:cNvPr>
          <p:cNvCxnSpPr>
            <a:stCxn id="74" idx="3"/>
            <a:endCxn id="49" idx="0"/>
          </p:cNvCxnSpPr>
          <p:nvPr/>
        </p:nvCxnSpPr>
        <p:spPr>
          <a:xfrm>
            <a:off x="6809880" y="2956183"/>
            <a:ext cx="1459642" cy="142737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6AE0F727-4CAF-FB47-BB04-0D12D7525E72}"/>
              </a:ext>
            </a:extLst>
          </p:cNvPr>
          <p:cNvCxnSpPr>
            <a:stCxn id="8" idx="0"/>
            <a:endCxn id="3" idx="1"/>
          </p:cNvCxnSpPr>
          <p:nvPr/>
        </p:nvCxnSpPr>
        <p:spPr>
          <a:xfrm rot="5400000" flipH="1" flipV="1">
            <a:off x="-386445" y="2297619"/>
            <a:ext cx="2949554" cy="93122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3DF21CE5-826E-2D4D-B70C-8DC01027FB9B}"/>
              </a:ext>
            </a:extLst>
          </p:cNvPr>
          <p:cNvSpPr/>
          <p:nvPr/>
        </p:nvSpPr>
        <p:spPr>
          <a:xfrm>
            <a:off x="1338197" y="202723"/>
            <a:ext cx="5617475" cy="6089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0F7CFDB-D51F-E847-8B47-AB2D5FD81136}"/>
              </a:ext>
            </a:extLst>
          </p:cNvPr>
          <p:cNvSpPr txBox="1"/>
          <p:nvPr/>
        </p:nvSpPr>
        <p:spPr>
          <a:xfrm>
            <a:off x="241722" y="2590584"/>
            <a:ext cx="213914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ソースコードをpush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3F4B6AA-E763-C340-AC58-B033F633BBF1}"/>
              </a:ext>
            </a:extLst>
          </p:cNvPr>
          <p:cNvSpPr txBox="1"/>
          <p:nvPr/>
        </p:nvSpPr>
        <p:spPr>
          <a:xfrm>
            <a:off x="1894079" y="483779"/>
            <a:ext cx="15789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ビルド開始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3BBE5A-A175-B740-950E-4D4ECA235E53}"/>
              </a:ext>
            </a:extLst>
          </p:cNvPr>
          <p:cNvSpPr txBox="1"/>
          <p:nvPr/>
        </p:nvSpPr>
        <p:spPr>
          <a:xfrm>
            <a:off x="3565028" y="266429"/>
            <a:ext cx="15789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イメージをECRにpush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1D3314C-97B1-4A45-9587-A8173D3456A3}"/>
              </a:ext>
            </a:extLst>
          </p:cNvPr>
          <p:cNvSpPr txBox="1"/>
          <p:nvPr/>
        </p:nvSpPr>
        <p:spPr>
          <a:xfrm>
            <a:off x="3863740" y="1916319"/>
            <a:ext cx="18235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外部データを外部ステージにアップロード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4C61CE4-CD3B-0044-AF85-699CBF95C8F3}"/>
              </a:ext>
            </a:extLst>
          </p:cNvPr>
          <p:cNvSpPr txBox="1"/>
          <p:nvPr/>
        </p:nvSpPr>
        <p:spPr>
          <a:xfrm>
            <a:off x="2319069" y="5024932"/>
            <a:ext cx="150860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Snowparkアプリを</a:t>
            </a:r>
            <a:endParaRPr lang="en-US" dirty="0"/>
          </a:p>
          <a:p>
            <a:r>
              <a:rPr lang="en-US" dirty="0" err="1"/>
              <a:t>起動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A75EC2E-650D-0140-8932-55770160128F}"/>
              </a:ext>
            </a:extLst>
          </p:cNvPr>
          <p:cNvSpPr txBox="1"/>
          <p:nvPr/>
        </p:nvSpPr>
        <p:spPr>
          <a:xfrm>
            <a:off x="7027112" y="5411797"/>
            <a:ext cx="22454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Snowparkアプリが</a:t>
            </a:r>
            <a:endParaRPr lang="en-US" dirty="0"/>
          </a:p>
          <a:p>
            <a:r>
              <a:rPr lang="en-US" dirty="0" err="1"/>
              <a:t>Snowflake側で起動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0A45C74-E228-324D-BC30-07A8F60707D5}"/>
              </a:ext>
            </a:extLst>
          </p:cNvPr>
          <p:cNvSpPr txBox="1"/>
          <p:nvPr/>
        </p:nvSpPr>
        <p:spPr>
          <a:xfrm>
            <a:off x="8744155" y="3637020"/>
            <a:ext cx="255725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7. </a:t>
            </a:r>
            <a:r>
              <a:rPr lang="en-US" dirty="0" err="1"/>
              <a:t>処理結果をテーブルに書き出し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14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144</Words>
  <Application>Microsoft Macintosh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Audrey N</dc:creator>
  <cp:lastModifiedBy>Audrey N</cp:lastModifiedBy>
  <cp:revision>4</cp:revision>
  <dcterms:created xsi:type="dcterms:W3CDTF">2021-10-16T07:53:55Z</dcterms:created>
  <dcterms:modified xsi:type="dcterms:W3CDTF">2021-11-28T08:01:43Z</dcterms:modified>
</cp:coreProperties>
</file>